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pain points briefly. Mention PHCs, ASHA workers, and patient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impact and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a succinct product statement and user-facing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features judges care about: ASR, LLMs, security, offline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judges through the flow; mention Bedrock for LLM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AWS services and why they're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understand compliance requirements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demo flow and what judges will 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timeline and specific AWS credits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BharatSwasthyaAI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Voice-first clinical assistant for PHCs — AWS native</a:t>
            </a:r>
          </a:p>
          <a:p>
            <a:r>
              <a:t>Pilot languages: Kannada, Hindi,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Overloaded PHC clinicians and fragmented handwritten records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Language barriers and low digital literacy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Poor continuity of care in rural settings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Reduce clinician admin time and improve follow-up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Enable early detection via longitudinal data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High public health scale &amp; social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(one-liner)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ASR → LLM → Structured medical records + risk flags + regional TTS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Offline-first mobile client with opportunistic sync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Medical transcription (Transcribe Medical)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SOAP clinical notes + structured extraction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Risk scoring &amp; alerts (SageMaker)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Regional language TTS (patient instructions)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Offline-first mobile PWA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Client (Android PWA) → API Gateway (Cognito) → Lambda ingest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S3 (audio) → Transcribe Medical → Bedrock (RAG) → DynamoDB (records)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SageMaker for risk models; CloudWatch &amp; CloudTrail for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ASR: Amazon Transcribe Medical / HealthScribe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LLM: Amazon Bedrock (Anthropic / other models) or SageMaker-hosted models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Storage: S3 (audio) + DynamoDB (structured data)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Serverless: API Gateway + Lambda; Auth: Cognito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Use HIPAA-eligible AWS services and sign BAA before PHI processing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Encryption in transit (TLS) and at rest (SSE-S3, DynamoDB encryption)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Audit logs (CloudTrail), IAM-based access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3 demo audio recordings: EN / HI / KN (60–120s each)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Outputs: transcript → SOAP note → one risk flag → TTS audio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Metrics: WER, judge-scored note quality, end-to-end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Phase I (3 months): MVP pipeline, batch demos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Phase II (6 months): Real-time streaming, offline client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Ask: AWS credits for Bedrock/Transcribe quotas for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BharatSwasthyaAI - Polished Submission</dc:title>
  <dc:subject/>
  <dc:creator>Sarvesh Arunkumar (with ChatGPT)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